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4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E1F5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MIDOC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visual de los módulos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agendamiento de la cita a la factura y el seguimiento automático — sin copiar y pegar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4846320"/>
            <a:ext cx="141274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4846320"/>
            <a:ext cx="14127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43300" y="4846320"/>
            <a:ext cx="14996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3300" y="4846320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07508" y="4846320"/>
            <a:ext cx="9784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7508" y="484632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0508" y="4846320"/>
            <a:ext cx="14996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0508" y="4846320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CFDI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4716" y="4846320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4716" y="48463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31452" y="4846320"/>
            <a:ext cx="14996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1452" y="4846320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paciente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03520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39696" y="5303520"/>
            <a:ext cx="106527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5303520"/>
            <a:ext cx="10652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INICIO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directos a los nueve módulos del ciclo clínico, ordenados como el médico los usa en el día a día.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médico y resumen del día arriba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Cuadrícula de accesos directos a cada módulo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toque para entrar a cualquier flujo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850392"/>
            <a:ext cx="347472" cy="347472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850392"/>
            <a:ext cx="34747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78824" y="8321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Ramírez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78824" y="10332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3 citas agendadas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67344" y="1517904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2002536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70620" y="1664208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403080" y="1517904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03080" y="2002536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06356" y="1664208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38816" y="1517904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8816" y="2002536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642092" y="1664208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6" name="Shape 24"/>
          <p:cNvSpPr/>
          <p:nvPr/>
        </p:nvSpPr>
        <p:spPr>
          <a:xfrm>
            <a:off x="8467344" y="2423160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67344" y="2907792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70620" y="2569464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9" name="Shape 27"/>
          <p:cNvSpPr/>
          <p:nvPr/>
        </p:nvSpPr>
        <p:spPr>
          <a:xfrm>
            <a:off x="9403080" y="2423160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403080" y="2907792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06356" y="2569464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38816" y="2423160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338816" y="2907792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642092" y="2569464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35" name="Shape 33"/>
          <p:cNvSpPr/>
          <p:nvPr/>
        </p:nvSpPr>
        <p:spPr>
          <a:xfrm>
            <a:off x="8467344" y="3328416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467344" y="3813048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70620" y="3474720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38" name="Shape 36"/>
          <p:cNvSpPr/>
          <p:nvPr/>
        </p:nvSpPr>
        <p:spPr>
          <a:xfrm>
            <a:off x="9403080" y="3328416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403080" y="3813048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706356" y="3474720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38816" y="3328416"/>
            <a:ext cx="807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338816" y="3813048"/>
            <a:ext cx="80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642092" y="3474720"/>
            <a:ext cx="201168" cy="201168"/>
          </a:xfrm>
          <a:prstGeom prst="ellipse">
            <a:avLst/>
          </a:prstGeom>
          <a:solidFill>
            <a:srgbClr val="E1F5E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de días arriba y lista de citas del día, con color por estado. Los recordatorios de WhatsApp se disparan solos.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Verde: confirmada · Azul: videoconsulta próxima · Ámbar: por confirmar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 automático 24 horas antes ya activado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toque agrega una nueva cita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76488" y="1197864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2C2C2A"/>
          </a:solidFill>
          <a:ln/>
        </p:spPr>
      </p:sp>
      <p:sp>
        <p:nvSpPr>
          <p:cNvPr id="15" name="Text 13"/>
          <p:cNvSpPr/>
          <p:nvPr/>
        </p:nvSpPr>
        <p:spPr>
          <a:xfrm>
            <a:off x="8476488" y="122529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76488" y="140817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53144" y="1197864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53144" y="122529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53144" y="140817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29800" y="1197864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22529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29800" y="140817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06456" y="1197864"/>
            <a:ext cx="5669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06456" y="1225296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06456" y="140817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76488" y="1837944"/>
            <a:ext cx="26609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476488" y="1837944"/>
            <a:ext cx="45720" cy="603504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19110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 Torres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69296" y="191109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50224" y="21305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general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13848" y="214884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/>
        </p:spPr>
      </p:sp>
      <p:sp>
        <p:nvSpPr>
          <p:cNvPr id="32" name="Text 30"/>
          <p:cNvSpPr/>
          <p:nvPr/>
        </p:nvSpPr>
        <p:spPr>
          <a:xfrm>
            <a:off x="10213848" y="21488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476488" y="2551176"/>
            <a:ext cx="26609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476488" y="2551176"/>
            <a:ext cx="45720" cy="60350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5" name="Text 33"/>
          <p:cNvSpPr/>
          <p:nvPr/>
        </p:nvSpPr>
        <p:spPr>
          <a:xfrm>
            <a:off x="8650224" y="26243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Salinas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69296" y="26243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am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50224" y="28437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Videoconsulta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273284" y="2862072"/>
            <a:ext cx="809244" cy="219456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/>
        </p:spPr>
      </p:sp>
      <p:sp>
        <p:nvSpPr>
          <p:cNvPr id="39" name="Text 37"/>
          <p:cNvSpPr/>
          <p:nvPr/>
        </p:nvSpPr>
        <p:spPr>
          <a:xfrm>
            <a:off x="10273284" y="2862072"/>
            <a:ext cx="8092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40 min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476488" y="3264408"/>
            <a:ext cx="26609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476488" y="3264408"/>
            <a:ext cx="45720" cy="60350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42" name="Text 40"/>
          <p:cNvSpPr/>
          <p:nvPr/>
        </p:nvSpPr>
        <p:spPr>
          <a:xfrm>
            <a:off x="8650224" y="33375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López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69296" y="33375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12:15 pm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50224" y="35570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vez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035540" y="3575304"/>
            <a:ext cx="1046988" cy="219456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/>
        </p:spPr>
      </p:sp>
      <p:sp>
        <p:nvSpPr>
          <p:cNvPr id="46" name="Text 44"/>
          <p:cNvSpPr/>
          <p:nvPr/>
        </p:nvSpPr>
        <p:spPr>
          <a:xfrm>
            <a:off x="10035540" y="3575304"/>
            <a:ext cx="10469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confirmar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476488" y="4023360"/>
            <a:ext cx="2660904" cy="384048"/>
          </a:xfrm>
          <a:prstGeom prst="roundRect">
            <a:avLst>
              <a:gd name="adj" fmla="val 19048"/>
            </a:avLst>
          </a:prstGeom>
          <a:solidFill>
            <a:srgbClr val="F1EFE8"/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8604504" y="40233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 automático 24h antes activado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CONSULTA CON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Videollamada con el paciente mientras la IA estructura la nota clínica en tiempo real, lista para pasar al expediente.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en vivo con controles de audio y cámara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nota se va llenando sola durante la consulta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directo a la nota clínica completa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Salinas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01300" y="868680"/>
            <a:ext cx="717804" cy="256032"/>
          </a:xfrm>
          <a:prstGeom prst="roundRect">
            <a:avLst>
              <a:gd name="adj" fmla="val 21429"/>
            </a:avLst>
          </a:prstGeom>
          <a:solidFill>
            <a:srgbClr val="FAECE7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1300" y="868680"/>
            <a:ext cx="7178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94776" y="11064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Videoconsulta · 04:12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76488" y="1362456"/>
            <a:ext cx="2660904" cy="1371600"/>
          </a:xfrm>
          <a:prstGeom prst="roundRect">
            <a:avLst>
              <a:gd name="adj" fmla="val 5333"/>
            </a:avLst>
          </a:prstGeom>
          <a:solidFill>
            <a:srgbClr val="2C2C2A"/>
          </a:solidFill>
          <a:ln/>
        </p:spPr>
      </p:sp>
      <p:sp>
        <p:nvSpPr>
          <p:cNvPr id="18" name="Shape 16"/>
          <p:cNvSpPr/>
          <p:nvPr/>
        </p:nvSpPr>
        <p:spPr>
          <a:xfrm>
            <a:off x="9550908" y="1837944"/>
            <a:ext cx="512064" cy="512064"/>
          </a:xfrm>
          <a:prstGeom prst="ellipse">
            <a:avLst/>
          </a:prstGeom>
          <a:solidFill>
            <a:srgbClr val="F1EFE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60736" y="247802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8300" y="29352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761220" y="293522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64140" y="2935224"/>
            <a:ext cx="365760" cy="365760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8494776" y="343814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 en vivo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76488" y="3712464"/>
            <a:ext cx="266090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04504" y="3767328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consulta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04504" y="3931920"/>
            <a:ext cx="2404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lumbar de 3 días, sin trauma previo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76488" y="4306824"/>
            <a:ext cx="266090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04504" y="4361688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04504" y="4526280"/>
            <a:ext cx="2404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Contractura paravertebral L4-L5, sin datos de alarma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76488" y="4946904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494690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nota completa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CLÍNICO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 NOM-004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campos obligatorios de la norma quedan estructurados automáticamente durante la consulta.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Motivo, antecedentes, exploración, diagnóstico CIE-10 y plan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visual de cumplimiento NOM-004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aquí se dispara la firma de la receta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clínica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01300" y="868680"/>
            <a:ext cx="717804" cy="256032"/>
          </a:xfrm>
          <a:prstGeom prst="roundRect">
            <a:avLst>
              <a:gd name="adj" fmla="val 21429"/>
            </a:avLst>
          </a:prstGeom>
          <a:solidFill>
            <a:srgbClr val="EAF3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1300" y="868680"/>
            <a:ext cx="7178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NOM-004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76488" y="1179576"/>
            <a:ext cx="266090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567928" y="1252728"/>
            <a:ext cx="310896" cy="310896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8567928" y="1252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51976" y="12527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Salinas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51976" y="14356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años · 9 ago 2026, 10:30 am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476488" y="1819656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04504" y="1865376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consulta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04504" y="2020824"/>
            <a:ext cx="2404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lumbar de 3 días de evolución, sin trauma previo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76488" y="2350008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04504" y="2395728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física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04504" y="2551176"/>
            <a:ext cx="2404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120/80, FC 74. Contractura L4-L5, sin datos de alarma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76488" y="2880360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04504" y="2926080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(CIE-10)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04504" y="3081528"/>
            <a:ext cx="2404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M54.5 — Lumbalgia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76488" y="3410712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3456432"/>
            <a:ext cx="2404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manejo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04504" y="3611880"/>
            <a:ext cx="2404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Analgésico + relajante muscular, control en 1 semana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476488" y="3977640"/>
            <a:ext cx="2660904" cy="310896"/>
          </a:xfrm>
          <a:prstGeom prst="roundRect">
            <a:avLst>
              <a:gd name="adj" fmla="val 20588"/>
            </a:avLst>
          </a:prstGeom>
          <a:solidFill>
            <a:srgbClr val="EAF3DE"/>
          </a:solidFill>
          <a:ln/>
        </p:spPr>
      </p:sp>
      <p:sp>
        <p:nvSpPr>
          <p:cNvPr id="34" name="Text 32"/>
          <p:cNvSpPr/>
          <p:nvPr/>
        </p:nvSpPr>
        <p:spPr>
          <a:xfrm>
            <a:off x="8604504" y="3977640"/>
            <a:ext cx="2404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obligatorios NOM-004 completos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76488" y="4361688"/>
            <a:ext cx="2660904" cy="384048"/>
          </a:xfrm>
          <a:prstGeom prst="roundRect">
            <a:avLst>
              <a:gd name="adj" fmla="val 19048"/>
            </a:avLst>
          </a:prstGeom>
          <a:solidFill>
            <a:srgbClr val="2C2C2A"/>
          </a:solidFill>
          <a:ln/>
        </p:spPr>
      </p:sp>
      <p:sp>
        <p:nvSpPr>
          <p:cNvPr id="36" name="Text 34"/>
          <p:cNvSpPr/>
          <p:nvPr/>
        </p:nvSpPr>
        <p:spPr>
          <a:xfrm>
            <a:off x="8476488" y="4361688"/>
            <a:ext cx="2660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y generar receta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DIGITAL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firmada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electrónica aplicada al cierre de la nota. Lista para enviar por WhatsApp o pasar directo a facturación.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Cédula del médico y diagnóstico visibles en el encabezado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Medicamentos con posología exacta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de firma electrónica con folio y fecha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digital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01300" y="868680"/>
            <a:ext cx="717804" cy="256032"/>
          </a:xfrm>
          <a:prstGeom prst="roundRect">
            <a:avLst>
              <a:gd name="adj" fmla="val 21429"/>
            </a:avLst>
          </a:prstGeom>
          <a:solidFill>
            <a:srgbClr val="EAF3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1300" y="868680"/>
            <a:ext cx="7178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76488" y="1179576"/>
            <a:ext cx="266090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04504" y="12527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Camila Ramírez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04504" y="14264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Cédula 8541203 · Medicina general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04504" y="165506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Paciente: Jorge Salinas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04504" y="18196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Diagnóstico: M54.5 Lumbalgia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476488" y="2093976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04504" y="2148840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Naproxeno 500 mg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04504" y="2331720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tableta cada 12 h por 5 días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76488" y="2624328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04504" y="2679192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Metocarbamol 750 mg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04504" y="2862072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tableta cada 8 h por 3 días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76488" y="3200400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8604504" y="3246120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Firmada electrónicamente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04504" y="3429000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ago 2026, 10:52 am · Folio MX-88213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76488" y="3749040"/>
            <a:ext cx="1293876" cy="384048"/>
          </a:xfrm>
          <a:prstGeom prst="roundRect">
            <a:avLst>
              <a:gd name="adj" fmla="val 19048"/>
            </a:avLst>
          </a:prstGeom>
          <a:solidFill>
            <a:srgbClr val="2C2C2A"/>
          </a:solidFill>
          <a:ln/>
        </p:spPr>
      </p:sp>
      <p:sp>
        <p:nvSpPr>
          <p:cNvPr id="31" name="Text 29"/>
          <p:cNvSpPr/>
          <p:nvPr/>
        </p:nvSpPr>
        <p:spPr>
          <a:xfrm>
            <a:off x="8476488" y="3749040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43516" y="3749040"/>
            <a:ext cx="129387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43516" y="3749040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CFDI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CFDI se timbra ante el SAT vía Facturapi con un toque, tomando los datos ya capturados de la consulta.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fiscales del receptor y uso de CFDI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Desglose con IVA y folio fiscal del timbrado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PDF/XML o envío directo por WhatsApp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CFDI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332720" y="868680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AF3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86868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76488" y="1179576"/>
            <a:ext cx="266090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04504" y="12710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37776" y="12710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Salinas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04504" y="1490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37776" y="149047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SAXJ850912AB1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04504" y="1709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CFDI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37776" y="170992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G03 Gastos generales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76488" y="2066544"/>
            <a:ext cx="266090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04504" y="21579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médica general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9296" y="21579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$800.00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04504" y="23957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(16%)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369296" y="239572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$128.00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04504" y="25968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69296" y="25968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$928.00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76488" y="2980944"/>
            <a:ext cx="2660904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3035808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Timbrado ante el SAT vía Facturapi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04504" y="3218688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fiscal 3F2A-...-91C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476488" y="3575304"/>
            <a:ext cx="129387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76488" y="3575304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XML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43516" y="3575304"/>
            <a:ext cx="1293876" cy="384048"/>
          </a:xfrm>
          <a:prstGeom prst="roundRect">
            <a:avLst>
              <a:gd name="adj" fmla="val 19048"/>
            </a:avLst>
          </a:prstGeom>
          <a:solidFill>
            <a:srgbClr val="2C2C2A"/>
          </a:solidFill>
          <a:ln/>
        </p:spPr>
      </p:sp>
      <p:sp>
        <p:nvSpPr>
          <p:cNvPr id="36" name="Text 34"/>
          <p:cNvSpPr/>
          <p:nvPr/>
        </p:nvSpPr>
        <p:spPr>
          <a:xfrm>
            <a:off x="9843516" y="3575304"/>
            <a:ext cx="1293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Recordatorios, receta y factura se envían solos, disparados por cada paso del flujo anterior.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 automático: recordatorio, receta lista y factura enviada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plantillas listas para aprobación en Meta Business Manager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mensajes manuales del lado del médico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Salinas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94776" y="11064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activa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61704" y="1426464"/>
            <a:ext cx="2075688" cy="457200"/>
          </a:xfrm>
          <a:prstGeom prst="roundRect">
            <a:avLst>
              <a:gd name="adj" fmla="val 18000"/>
            </a:avLst>
          </a:prstGeom>
          <a:solidFill>
            <a:srgbClr val="2C2C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71432" y="1472184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 Jorge, tu cita es mañana 9 ago a las 10:30 am. Responde 1 para confirmar.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061704" y="1901952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 24h · enviado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061704" y="2139696"/>
            <a:ext cx="2075688" cy="457200"/>
          </a:xfrm>
          <a:prstGeom prst="roundRect">
            <a:avLst>
              <a:gd name="adj" fmla="val 18000"/>
            </a:avLst>
          </a:prstGeom>
          <a:solidFill>
            <a:srgbClr val="2C2C2A"/>
          </a:solidFill>
          <a:ln/>
        </p:spPr>
      </p:sp>
      <p:sp>
        <p:nvSpPr>
          <p:cNvPr id="19" name="Text 17"/>
          <p:cNvSpPr/>
          <p:nvPr/>
        </p:nvSpPr>
        <p:spPr>
          <a:xfrm>
            <a:off x="9171432" y="2185416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receta ya está lista: Naproxeno y Metocarbamol. Descárgala aquí.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61704" y="2615184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lista · enviado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061704" y="2852928"/>
            <a:ext cx="2075688" cy="457200"/>
          </a:xfrm>
          <a:prstGeom prst="roundRect">
            <a:avLst>
              <a:gd name="adj" fmla="val 18000"/>
            </a:avLst>
          </a:prstGeom>
          <a:solidFill>
            <a:srgbClr val="2C2C2A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898648"/>
            <a:ext cx="1856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factura por $928.00 ya está disponible. Folio 3F2A-...-91C.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61704" y="3328416"/>
            <a:ext cx="2075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enviada · hace 1 min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76488" y="3611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 activas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76488" y="3867912"/>
            <a:ext cx="266090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04504" y="3867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cita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479024" y="3922776"/>
            <a:ext cx="576072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9024" y="3922776"/>
            <a:ext cx="57607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476488" y="4215384"/>
            <a:ext cx="266090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604504" y="4215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 24h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479024" y="4270248"/>
            <a:ext cx="576072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9024" y="4270248"/>
            <a:ext cx="57607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476488" y="4562856"/>
            <a:ext cx="266090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604504" y="45628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lista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479024" y="4617720"/>
            <a:ext cx="576072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9024" y="4617720"/>
            <a:ext cx="57607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476488" y="4910328"/>
            <a:ext cx="266090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604504" y="4910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pago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479024" y="4965192"/>
            <a:ext cx="576072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9024" y="4965192"/>
            <a:ext cx="57607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DEL PACIENTE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paciente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el médico generó en las pantallas anteriores llega listo al paciente, sin reenvíos manuales.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cita destacada arriba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directos a receta, facturas e historial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reciente confirma cada paso del ciclo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878824" y="868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Hola, Jorge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78824" y="10698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de Dra. Ramírez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58200" y="850392"/>
            <a:ext cx="347472" cy="347472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850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76488" y="1362456"/>
            <a:ext cx="2660904" cy="685800"/>
          </a:xfrm>
          <a:prstGeom prst="roundRect">
            <a:avLst>
              <a:gd name="adj" fmla="val 12000"/>
            </a:avLst>
          </a:prstGeom>
          <a:solidFill>
            <a:srgbClr val="2C2C2A"/>
          </a:solidFill>
          <a:ln/>
        </p:spPr>
      </p:sp>
      <p:sp>
        <p:nvSpPr>
          <p:cNvPr id="18" name="Text 16"/>
          <p:cNvSpPr/>
          <p:nvPr/>
        </p:nvSpPr>
        <p:spPr>
          <a:xfrm>
            <a:off x="8622792" y="14356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cita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22792" y="1618488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lumbalgia · 16 ago, 10:30 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22792" y="1819656"/>
            <a:ext cx="2368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Videoconsulta con Dra. Ramírez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476488" y="2231136"/>
            <a:ext cx="126644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04504" y="2322576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 activa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04504" y="2542032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medicamentos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870948" y="2231136"/>
            <a:ext cx="126644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98964" y="2322576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998964" y="2542032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disponible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76488" y="2980944"/>
            <a:ext cx="126644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04504" y="3072384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04504" y="3291840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consultas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870948" y="2980944"/>
            <a:ext cx="126644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998964" y="3072384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cita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998964" y="3291840"/>
            <a:ext cx="10104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ahora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76488" y="3822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reciente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76488" y="4059936"/>
            <a:ext cx="2660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Factura de tu consulta disponible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76488" y="4261104"/>
            <a:ext cx="2660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Receta firmada por la Dra. Ramírez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REPORTES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Ingresos, volumen de consultas y estado de facturación del mes, de un vistazo.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y número de consultas con variación mensual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por semana en barras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de facturas pendientes de timbrar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94976" y="88696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76488" y="1179576"/>
            <a:ext cx="126644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04504" y="1252728"/>
            <a:ext cx="9921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del mes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04504" y="1435608"/>
            <a:ext cx="992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04504" y="1691640"/>
            <a:ext cx="992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vs julio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870948" y="1179576"/>
            <a:ext cx="1266444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98964" y="1252728"/>
            <a:ext cx="9921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998964" y="1435608"/>
            <a:ext cx="992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98964" y="1691640"/>
            <a:ext cx="10835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presenciales · 14 video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76488" y="2112264"/>
            <a:ext cx="26609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04504" y="218541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por semana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95944" y="2624328"/>
            <a:ext cx="365760" cy="310896"/>
          </a:xfrm>
          <a:prstGeom prst="roundRect">
            <a:avLst>
              <a:gd name="adj" fmla="val 8824"/>
            </a:avLst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8695944" y="2953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317736" y="2496312"/>
            <a:ext cx="365760" cy="438912"/>
          </a:xfrm>
          <a:prstGeom prst="roundRect">
            <a:avLst>
              <a:gd name="adj" fmla="val 7500"/>
            </a:avLst>
          </a:prstGeom>
          <a:solidFill>
            <a:srgbClr val="0F6E56"/>
          </a:solidFill>
          <a:ln/>
        </p:spPr>
      </p:sp>
      <p:sp>
        <p:nvSpPr>
          <p:cNvPr id="28" name="Text 26"/>
          <p:cNvSpPr/>
          <p:nvPr/>
        </p:nvSpPr>
        <p:spPr>
          <a:xfrm>
            <a:off x="9317736" y="2953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939528" y="2679192"/>
            <a:ext cx="365760" cy="256032"/>
          </a:xfrm>
          <a:prstGeom prst="roundRect">
            <a:avLst>
              <a:gd name="adj" fmla="val 10714"/>
            </a:avLst>
          </a:prstGeom>
          <a:solidFill>
            <a:srgbClr val="0F6E56"/>
          </a:solidFill>
          <a:ln/>
        </p:spPr>
      </p:sp>
      <p:sp>
        <p:nvSpPr>
          <p:cNvPr id="30" name="Text 28"/>
          <p:cNvSpPr/>
          <p:nvPr/>
        </p:nvSpPr>
        <p:spPr>
          <a:xfrm>
            <a:off x="9939528" y="2953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561320" y="2423160"/>
            <a:ext cx="365760" cy="512064"/>
          </a:xfrm>
          <a:prstGeom prst="roundRect">
            <a:avLst>
              <a:gd name="adj" fmla="val 7500"/>
            </a:avLst>
          </a:prstGeom>
          <a:solidFill>
            <a:srgbClr val="0F6E56"/>
          </a:solidFill>
          <a:ln/>
        </p:spPr>
      </p:sp>
      <p:sp>
        <p:nvSpPr>
          <p:cNvPr id="32" name="Text 30"/>
          <p:cNvSpPr/>
          <p:nvPr/>
        </p:nvSpPr>
        <p:spPr>
          <a:xfrm>
            <a:off x="10561320" y="2953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476488" y="33009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facturación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76488" y="3557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timbradas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35056" y="35570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76488" y="3776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de timbrar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35056" y="37764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fiscales, firma electrónica y WhatsApp Business, todo con su estado de conexión visible.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2549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974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médico con cédula profesional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conexión de cada integración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82296" cy="822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de notificaciones y privacidad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502920"/>
            <a:ext cx="3429000" cy="5852160"/>
          </a:xfrm>
          <a:prstGeom prst="roundRect">
            <a:avLst>
              <a:gd name="adj" fmla="val 7467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38744" y="649224"/>
            <a:ext cx="3136392" cy="5559552"/>
          </a:xfrm>
          <a:prstGeom prst="roundRect">
            <a:avLst>
              <a:gd name="adj" fmla="val 5831"/>
            </a:avLst>
          </a:prstGeom>
          <a:solidFill>
            <a:srgbClr val="F1EFE8"/>
          </a:solidFill>
          <a:ln/>
        </p:spPr>
      </p:sp>
      <p:sp>
        <p:nvSpPr>
          <p:cNvPr id="13" name="Text 11"/>
          <p:cNvSpPr/>
          <p:nvPr/>
        </p:nvSpPr>
        <p:spPr>
          <a:xfrm>
            <a:off x="8494776" y="850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76488" y="1197864"/>
            <a:ext cx="266090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325880"/>
            <a:ext cx="310896" cy="310896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8604504" y="1325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88552" y="1307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Camila Ramírez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14721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Medicina general · Cédula 8541203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76488" y="1874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476488" y="2075688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04504" y="2075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fiscales (CFDI)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314432" y="2157984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/>
        </p:spPr>
      </p:sp>
      <p:sp>
        <p:nvSpPr>
          <p:cNvPr id="23" name="Text 21"/>
          <p:cNvSpPr/>
          <p:nvPr/>
        </p:nvSpPr>
        <p:spPr>
          <a:xfrm>
            <a:off x="10314432" y="2157984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Conectado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476488" y="2514600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04504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electrónica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79024" y="2596896"/>
            <a:ext cx="603504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9024" y="25968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476488" y="2953512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604504" y="2953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314432" y="3035808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/>
        </p:spPr>
      </p:sp>
      <p:sp>
        <p:nvSpPr>
          <p:cNvPr id="31" name="Text 29"/>
          <p:cNvSpPr/>
          <p:nvPr/>
        </p:nvSpPr>
        <p:spPr>
          <a:xfrm>
            <a:off x="10314432" y="3035808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Conectado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76488" y="35387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476488" y="3758184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604504" y="37581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08208" y="3849624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</p:sp>
      <p:sp>
        <p:nvSpPr>
          <p:cNvPr id="36" name="Shape 34"/>
          <p:cNvSpPr/>
          <p:nvPr/>
        </p:nvSpPr>
        <p:spPr>
          <a:xfrm>
            <a:off x="8476488" y="4197096"/>
            <a:ext cx="266090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604504" y="41970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datos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Office PowerPoint</Application>
  <PresentationFormat>Panorámica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EMI Lopéz</cp:lastModifiedBy>
  <cp:revision>1</cp:revision>
  <dcterms:created xsi:type="dcterms:W3CDTF">2026-08-09T22:08:04Z</dcterms:created>
  <dcterms:modified xsi:type="dcterms:W3CDTF">2026-08-09T22:16:08Z</dcterms:modified>
</cp:coreProperties>
</file>